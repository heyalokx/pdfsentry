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EMBER score alone</c:v>
                  </c:pt>
                  <c:pt idx="1">
                    <c:v>EMBER + reachability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0.649</c:v>
                </c:pt>
                <c:pt idx="1">
                  <c:v>0.998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EMBER score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recompress</c:v>
                  </c:pt>
                  <c:pt idx="2">
                    <c:v>decompress</c:v>
                  </c:pt>
                  <c:pt idx="3">
                    <c:v>objstm+</c:v>
                  </c:pt>
                  <c:pt idx="4">
                    <c:v>objstm−</c:v>
                  </c:pt>
                  <c:pt idx="5">
                    <c:v>normalize</c:v>
                  </c:pt>
                  <c:pt idx="6">
                    <c:v>linearize</c:v>
                  </c:pt>
                  <c:pt idx="7">
                    <c:v>encrypt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</c:v>
                </c:pt>
                <c:pt idx="1">
                  <c:v>0.57</c:v>
                </c:pt>
                <c:pt idx="2">
                  <c:v>0.02</c:v>
                </c:pt>
                <c:pt idx="3">
                  <c:v>0</c:v>
                </c:pt>
                <c:pt idx="4">
                  <c:v>0.8</c:v>
                </c:pt>
                <c:pt idx="5">
                  <c:v>0.07</c:v>
                </c:pt>
                <c:pt idx="6">
                  <c:v>0.73</c:v>
                </c:pt>
                <c:pt idx="7">
                  <c:v>0.98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5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6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· MALWARE ANALYSIS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72000"/>
          </a:blip>
          <a:stretch>
            <a:fillRect/>
          </a:stretch>
        </p:blipFill>
        <p:spPr>
          <a:xfrm>
            <a:off x="7955280" y="1371600"/>
            <a:ext cx="3657600" cy="3657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— FINAL DEFENCE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212848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spc="1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PDFSentry</a:t>
            </a:r>
            <a:endParaRPr lang="en-US" sz="8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57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Drift-Resilient Static Detection of Malicious PDF Files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3492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 Singh  23BCI0158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Mrinali Charhate  23BCI0073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 Ashish Nagvekar  23BCI0061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— Malware Analysis · Vellore Institute of Technology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problem, in one slide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benchmark numbers hide a blind spot on the malware that matters most.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6309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EMBER2024, a state-of-the-art PDF detector, drops from PR-AUC 0.9933 (ordinary) to 0.7864 (evasive) on its own challenge set.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byte and string statistics — it is blind to structure and auto-execution.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355 of 805 real evasive PDFs slip through — exactly the malware that already beat antivirus.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asks “does this look like malware?”  Reachability asks “can an auto-trigger reach a dangerous action?”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61327" y="2907792"/>
            <a:ext cx="4791456" cy="3054096"/>
          </a:xfrm>
          <a:prstGeom prst="roundRect">
            <a:avLst>
              <a:gd name="adj" fmla="val 2096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pic>
        <p:nvPicPr>
          <p:cNvPr id="8" name="Image 0" descr="/home/claude/PDFSentry/deck/assets/dash_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3017520"/>
            <a:ext cx="4572000" cy="28346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71055" y="59618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in the live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 methodology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0789920" cy="3545312"/>
          </a:xfrm>
          <a:prstGeom prst="roundRect">
            <a:avLst>
              <a:gd name="adj" fmla="val 1290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6" name="Image 0" descr="/home/claude/PDFSentry/deck/assets/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10607040" cy="33624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45640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PDFSentry pipeline — static throughout; the fusion node combines structural reachability with the EMBER score.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pillars of the result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Detection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fusion lifts controlled ROC-AUC 0.649 → 0.998.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Robustness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stability — verdict invariant to lossless obfuscation (SSI 1.000 vs 0.216).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01568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Assurance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verdicts — 0/285 false positives, 1-hop witnesses, deterministic, training-free.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66760" y="1737360"/>
            <a:ext cx="3291840" cy="2926080"/>
          </a:xfrm>
          <a:prstGeom prst="roundRect">
            <a:avLst>
              <a:gd name="adj" fmla="val 2188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64108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233172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metric, but a complete argument: it works, it holds under attack, and you can verify it by hand.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01 · Detection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controlled structural evasions, EMBER alone is near-blind; adding reachability makes it near-perfect.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228600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909560" y="2423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+0.349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0954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from the structural signal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886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672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recall on reachable threats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5349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61356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285 benign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02 · Robustness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malicious behaviour, eight lossless re-saves. EMBER’s score swings across the scale; reachability never moves.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228600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909560" y="2423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78.4%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0954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docs get BOTH EMBER verdicts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886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1.000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672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stability index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5349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0.216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61356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stability index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03 · Assurance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6" name="Image 0" descr="/home/claude/PDFSentry/deck/assets/dash_assuran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680960" cy="4401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49640" y="21031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alarm ships a minimal witness: catalog → trigger → dangerous node.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0175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285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the benign corpus (auto-exec gate).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9319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verdict + path over repeated runs; no training data.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463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 ms median per document — gateway-deployable.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Malware characteristics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evasive PDFs do to survive: automate, conceal, and camouflage as ordinary compression.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Auto-execution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action (JavaScript, Launch, EmbeddedFile) wired to fire on open via /OpenAction, /AA or /Names.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Concealment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payload hidden inside a compressed object stream — present in behaviour, invisible to a token count.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camouflage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/FlateDecode and entropy make the file read as “just compressed” to a statistical model.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Indirection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chains (GoTo → Next) reach the payload at depth, defeating shallow pattern checks.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Indicators of Compromise (IoCs)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checkable indicators — each maps to a reachability feature, not a fragile byte signature.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auto-trigger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/OpenAction | /AA | /Names/JavaScript with a path to /JS, /Launch or /EmbeddedFile → ACTIVE_ONOPEN.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Hidden-gap signature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capability whose naive token count is 0 — a contradiction only concealment produces.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Object-stream hiding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wrapped in an ObjStm; /FlateDecode count far above the benign median (≈ 12 vs 7).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tells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entropy &gt; 7.9 and file size well above benign, with a JS token count of 0.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action chains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 → Next sequences terminating at a dangerous node.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Comparison / results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29840"/>
                <a:gridCol w="2529840"/>
                <a:gridCol w="25298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EMBER2024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PDFSentry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what the file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(bytes/strings)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(static paths)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(reachability)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Post-hoc SHAP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Witness path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Obfuscation-invariant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SSI 0.22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SSI 1.00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evade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re-save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disarm payload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 needed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(deterministic)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the 0.78 EMBER benchmark is NOT improved (no raw evasive files to retrain). The 0.998 is a controlled result that isolates the mechanism.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scope &amp; limitations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so the contribution is credible: what is proven, and what is projected.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not beaten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raise EMBER’s 0.78 evasive score — retraining needs raw evasive PDFs we could not obtain.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mechanism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0.998 fusion is on controlled weaponized twins; it isolates the signal, it is not a benchmark claim.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≠ intent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flags a reachable dangerous capability; a benign PDF that genuinely auto-runs JS would be flagged too.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only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dynamic cross-validation — by design, for safety and reproducibility.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 &amp; future work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idea, built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a static detector that reads what a PDF will do, not just what it contains.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results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(0.649→0.998 controlled), Robustness (SSI 1.000 vs 0.216), Assurance (0/285 FP, verifiable).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raw evasive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a reachability-augmented model on raw evasive PDFs to test the 0.78 directly.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deploy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 ms/file makes an email / browser gateway pre-filter realistic; extend to Office OOXML.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8229600" y="155448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DEMONSTRATION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14884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Detection. Robustness. Assurance.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56616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11 interactive views, every number traceable.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full code, scripts, tests and stored artifacts.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throughout — nothing is ever executed.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  </a:t>
            </a:r>
            <a:pPr indent="0" marL="0">
              <a:buNone/>
            </a:pPr>
            <a:r>
              <a:rPr lang="en-US" sz="135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github.com/heyalokx/PDFSentry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  </a:t>
            </a:r>
            <a:pPr indent="0" marL="0">
              <a:buNone/>
            </a:pPr>
            <a:r>
              <a:rPr lang="en-US" sz="135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interactive dashboard (link in repo README)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VIT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Alok Singh</dc:creator>
  <cp:lastModifiedBy>Alok Singh</cp:lastModifiedBy>
  <cp:revision>1</cp:revision>
  <dcterms:created xsi:type="dcterms:W3CDTF">2026-10-28T13:11:26Z</dcterms:created>
  <dcterms:modified xsi:type="dcterms:W3CDTF">2026-10-28T13:11:26Z</dcterms:modified>
</cp:coreProperties>
</file>